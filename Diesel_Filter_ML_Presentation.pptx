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CNN-LSTM</c:v>
                  </c:pt>
                  <c:pt idx="1">
                    <c:v>LSTM</c:v>
                  </c:pt>
                  <c:pt idx="2">
                    <c:v>XGBoost</c:v>
                  </c:pt>
                  <c:pt idx="3">
                    <c:v>Random Forest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94.3</c:v>
                </c:pt>
                <c:pt idx="1">
                  <c:v>91.7</c:v>
                </c:pt>
                <c:pt idx="2">
                  <c:v>88.4</c:v>
                </c:pt>
                <c:pt idx="3">
                  <c:v>85.1</c:v>
                </c:pt>
                <c:pt idx="4">
                  <c:v>79.6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7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Accuracy %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Normal Aging</c:v>
                  </c:pt>
                  <c:pt idx="1">
                    <c:v>Microbial</c:v>
                  </c:pt>
                  <c:pt idx="2">
                    <c:v>Water Ingress</c:v>
                  </c:pt>
                  <c:pt idx="3">
                    <c:v>Wax Crystal.</c:v>
                  </c:pt>
                  <c:pt idx="4">
                    <c:v>Bypass Fail</c:v>
                  </c:pt>
                  <c:pt idx="5">
                    <c:v>Seal Fail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92.1</c:v>
                </c:pt>
                <c:pt idx="1">
                  <c:v>89.3</c:v>
                </c:pt>
                <c:pt idx="2">
                  <c:v>97.2</c:v>
                </c:pt>
                <c:pt idx="3">
                  <c:v>96.8</c:v>
                </c:pt>
                <c:pt idx="4">
                  <c:v>84.1</c:v>
                </c:pt>
                <c:pt idx="5">
                  <c:v>88.7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75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 Interval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Replacements/yr</c:v>
                  </c:pt>
                  <c:pt idx="1">
                    <c:v>Downtime Events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</c:v>
                </c:pt>
                <c:pt idx="1">
                  <c:v>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ML-PdM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Replacements/yr</c:v>
                  </c:pt>
                  <c:pt idx="1">
                    <c:v>Downtime Events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Diesel Filter Modernization: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 and Intelligent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Diagnosis Using Machine Learning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Data Analytics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No: [Your Roll Number]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Mentor: [Mentor Name]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64008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DPFs capture &gt;99% of PM2.5 but degrade nonlinearly. Fixed-interval maintenance misses variable soot/ash loading.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6400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Calendar/mileage-based protocols create bimodal failure: unnecessary replacements on easy routes, missed failures on harsh ones.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Low-cost OBD-II sensors + fleet telematics + mature ML frameworks enable data-driven predictive maintenance.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26080"/>
            <a:ext cx="64008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Emission Standards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Euro VI, BS-VI, EPA Tier 4 Final place DPF at center of fleet compliance. Proper maintenance = regulatory compliance.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35331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ML models predict DPF clogging with sufficient accuracy and lead time for proactive maintenance?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1945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ML architecture best captures temporal dynamics of soot accumulation and filter degradation?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0906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quantifiable improvements in maintenance efficiency vs. fixed-interval protocols?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95935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a practical, edge-deployable filter health monitoring system be architected?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Author(s)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Contribution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Bisset (1984)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First analytical DPF regeneration model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Wall-flow monolith thermal regeneration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Konstandopoulos &amp; Johnson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Pressure drop model for wall-flow filters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Foundation of production DPF monitoring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Theissler et al.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for ECU fault classification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8-12% improvement over rule-based systems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Zhao et al.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 for vibration-based wear prediction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Recurrent models excel at long-term degradation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Gao et al.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Bayesian NN for DPF state estimation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89.7% accuracy with uncertainty quantification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Wang et al.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 for fuel contamination detection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93.1% accuracy on 4-class fuel fault task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Author(s)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688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Data Collection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Data Collection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92024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fleet operators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192024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2.8M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06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Hz sampling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2024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2023 – Jun 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188720"/>
            <a:ext cx="192024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Punjab, Haryana, Rajasthan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 Types: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Light Commercial Trucks (3.5–12t GVW)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Heavy-Duty Haulage Vehicles (&gt;25t GVW)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Agricultural Tractors (75–130 hp)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 Truth: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DPF: Dashboard warnings + workshop inspection + gravimetric weighing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 Filter: Laboratory analysis + spectrometric fuel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Differential Pressure (ΔP)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Pressure drop across DPF (kPa)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Primary soot loading indicator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Exhaust Temp Diff (ΔT)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Upstream - downstream EGT (°C)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Regeneration activity indicator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 Load RoC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Derivative of normalized torque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Duty cycle severity 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Fuel Consumption Rate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Instantaneous fuel flow (L/hr)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Operating intensity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Soot Accumulation Index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Model-derived soot mass (g/L)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Composite health 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Coolant Temperature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 thermal state (°C)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Warm-up / overheating proxy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Vehicle Speed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Instantaneous speed (km/hr)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Duty cycle classification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Regeneration Flag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Binary active regen indicator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Cycle status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188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features by mutual information + RFE: ΔP, ΔT, SAI, Engine Load RoC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69748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 trees, depth 20, min leaf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Interpretable baseline + feature importance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34440"/>
            <a:ext cx="2697480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 estimators, lr 0.05, depth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 structured tabular classification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2697480" cy="34747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234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(RBF)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C=10, γ=0.01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maximum-margin baseline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269748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2-layer, 128 units, dropout 0.3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Long-range temporal dependencies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34640"/>
            <a:ext cx="2697480" cy="3474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834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CNN-LSTM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2461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 conv filters + 128 LSTM units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Dual-timescale: local transients + cumulative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84048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Split &amp;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Vehicle-stratified 80/20 split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vehicles train / 8 vehicles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 validation for early stopping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Vehicle-level stratification ensures generalization to unseen operational contexts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LSTM/CNN-LSTM: 60-min rolling windows, 10-min stride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84048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Optimizer: Adam (lr = 1e-3)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 reduction on plateau (factor 0.5, patience 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stopping: patience 15 epochs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normalized to [0,1] using train-set stats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5-fold CV for hyperparameter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DPF Clog Prediction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DPF Clog Prediction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AUC-ROC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CNN-LSTM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94.3%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91.7%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88.4%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0.879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0.875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85.1%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79.6%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0.784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0.876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1280160"/>
            <a:ext cx="7680960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280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9184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AUC-ROC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31520" y="2926080"/>
          <a:ext cx="76809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Fuel Filter Classification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Fuel Filter Fault Classification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 (macro)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AUC-ROC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91.8%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CNN-LSTM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89.5%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86.3%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83.7%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0.826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76.4%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0.758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0.752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1280160"/>
            <a:ext cx="7680960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280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9184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 (macro)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AUC-ROC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31520" y="2926080"/>
          <a:ext cx="76809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Architecture-Task Fit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84048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CNN-LSTM wins DPF (94.3%)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DPF clog prediction is a trajectory forecasting problem with dual-timescale dynamics: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 layer extracts local transient patterns (hard acceleration, regen events)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integrates them into a cumulative degradation trajectory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maps directly onto the known physics of DPF soot loading.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84048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wins Fuel Filter (91.8%)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 filter fault classification is a static pattern recognition problem: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fault produces a characteristic signature at any moment, independent of preceding trajectory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Gradient-boosted trees excel at hierarchical feature interaction rules for tabular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models add noise, not signal, for this task.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 Impact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 Scheduling Impact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5176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-34.2%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Unnecessary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→ 2.0 per vehicle-year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265176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F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-61.4%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Unplanned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DPF overloading &amp; bypass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65176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 hrs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Warning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 = 8.2 hours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017520"/>
          <a:ext cx="76809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Edge-Cloud System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155448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80160"/>
            <a:ext cx="155448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Inference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8745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ARM Cortex-M7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INT8 quantized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1-min intervals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286000"/>
            <a:ext cx="228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1280160"/>
            <a:ext cx="155448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280160"/>
            <a:ext cx="155448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0552" y="18745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upload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logs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Fleet gateway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1880" y="2286000"/>
            <a:ext cx="228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280160"/>
            <a:ext cx="155448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280160"/>
            <a:ext cx="155448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Analytics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18745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Fleet analytics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2286000"/>
            <a:ext cx="228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1280160"/>
            <a:ext cx="155448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1280160"/>
            <a:ext cx="1554480" cy="5029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96712" y="18745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tiers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θ=0.35 / θ=0.15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78040" y="2286000"/>
            <a:ext cx="228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280160"/>
            <a:ext cx="1554480" cy="23774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1280160"/>
            <a:ext cx="1554480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Update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79792" y="1874520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 updates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deploy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Edge: INT8-quantized XGBoost (fuel filter) + pruned LSTM (DPF) | 256 KB RAM | &lt;0.8% accuracy loss | Outputs: DPF health (0-1), fault class probabilities (6-class), regen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 Filter Fault Taxonomy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6-Class Fuel Filter Fault Taxonomy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07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Aging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Gradual sediment accumulation over service life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92.1%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307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Microbial Contamination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Biofouling with characteristic flow oscillations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89.3%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307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Ingress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45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water accumulation with distinctive temp-pressure signature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97.2%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999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Wax Crystallization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Low-temperature paraffin wax formation in fuel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96.8%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2999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Bypass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Collapsed media causing unfiltered flow (hardest to detect)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84.1%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06040" cy="14630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2999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Housing Seal Failure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Seal degradation producing unfiltered bypass flow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88.7%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Geographic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234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restricted to northern India. Climate, road conditions, fuel sulfur content may differ from European/North American/SE Asian fleets.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756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Duration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756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months may not capture full seasonal variation in wax crystallization or long-term ash accumulation dynamics.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7132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169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Reliability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9169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Soot Accumulation Index is a model-derived estimate, not direct gravimetric measurement. Systematic error varies with filter aging and fuel quality.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5818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75818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collection of vehicle location, speed, load data raises privacy concerns. Requires clear data minimization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45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 | Dept. of Computer Sciences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Research Directions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Twin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6733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Couple ML model with physics-based simulation of DPF/DOC/SCR for physically interpretable predictions including ash capacity estimates.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6400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Federated Fleet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733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shared global models by aggregating gradient updates across fleet operators without centralizing raw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64008" cy="14173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Multi-Sensor Fusion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31927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acoustic emission sensors for early detection of substrate cracking and ash delamination not visible in pressure-temperature data.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393192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80360"/>
            <a:ext cx="64008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31927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adaptation and fine-tuning pre-trained feature extractors to accelerate deployment on new engine families.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00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Nabh Jindal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jindalnabh2004@gmail.com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Diesel Filter Modernization: Predictive Maintenance Using ML</dc:title>
  <dc:subject>PptxGenJS Presentation</dc:subject>
  <dc:creator>Nabh Jindal</dc:creator>
  <cp:lastModifiedBy>Nabh Jindal</cp:lastModifiedBy>
  <cp:revision>1</cp:revision>
  <dcterms:created xsi:type="dcterms:W3CDTF">2026-04-20T12:58:59Z</dcterms:created>
  <dcterms:modified xsi:type="dcterms:W3CDTF">2026-04-20T12:58:59Z</dcterms:modified>
</cp:coreProperties>
</file>