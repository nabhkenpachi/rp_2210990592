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be93baa6_0_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dabe93baa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abe93baa6_0_1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dabe93baa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abe93baa6_0_2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dabe93baa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abe93baa6_0_3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dabe93baa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abe93baa6_0_47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dabe93baa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abe93baa6_0_5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dabe93baa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abe93baa6_0_6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dabe93baa6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abe93baa6_0_7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dabe93baa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abe93baa6_0_79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dabe93baa6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abe93baa6_0_88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dabe93baa6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abe93baa6_0_107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dabe93baa6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abe93baa6_0_118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dabe93baa6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abe93baa6_0_128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dabe93baa6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abe93baa6_0_136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dabe93baa6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Google Shape;16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22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Google Shape;24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</a:rPr>
              <a:t>Project Presentation (22CS421)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chemeClr val="dk1"/>
                </a:solidFill>
                <a:latin typeface="Times New Roman"/>
              </a:rPr>
              <a:t>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</a:rPr>
              <a:t>Diesel Filter Modernization: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</a:rPr>
              <a:t>Predictive Maintenance and Intelligent Fault Diagnosis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</a:rPr>
              <a:t>Using Machine Learning and Data Analytics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</a:rPr>
              <a:t>Nabh Jindal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</a:rPr>
              <a:t>Roll No: 221090592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</a:rPr>
              <a:t>Department of Computer Sciences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</a:rPr>
              <a:t>Mentor: Dr. Gifty Gupta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</a:rPr>
              <a:t>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2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DPFs capture &gt;99% of PM2.5 but degrade nonlinearly. Fixed-interval maintenance misses variable soot/ash loading.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Gap: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Calendar/mileage-based protocols create bimodal failure: unnecessary replacements on easy routes, missed failures on harsh ones.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Opportunity: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Low-cost OBD-II sensors + fleet telematics + mature ML frameworks enable data-driven predictive maintenance.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Emission Standards: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Euro VI, BS-VI, EPA Tier 4 Final place DPF at center of fleet compliance. Proper maintenance = regulatory compliance.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Objectives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3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ML models predict DPF clogging with sufficient accuracy and lead time for proactive maintenance?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ML architecture best captures temporal dynamics of soot accumulation and filter degradation?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quantifiable improvements in maintenance efficiency vs. fixed-interval protocols?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a practical, edge-deployable filter health monitoring system be architected?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4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Bisset (1984):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analytical DPF regeneration model — wall-flow monolith thermal regeneration.</a:t>
            </a:r>
            <a:endParaRPr sz="18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Konstandopoulos &amp; Johnson: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Pressure drop model for wall-flow filters — foundation of production DPF monitoring.</a:t>
            </a:r>
            <a:endParaRPr sz="18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Theissler et al.: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for ECU fault classification — 8-12% improvement over rule-based systems.</a:t>
            </a:r>
            <a:endParaRPr sz="18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Zhao et al.: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for vibration-based wear prediction — recurrent models excel at long-term degradation.</a:t>
            </a:r>
            <a:endParaRPr sz="18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Gao et al.: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Bayesian NN for DPF state estimation — 89.7% accuracy with uncertainty quantification.</a:t>
            </a:r>
            <a:endParaRPr sz="18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Wang et al.: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for fuel contamination detection — 93.1% accuracy on 4-class fuel fault task.</a:t>
            </a:r>
            <a:endParaRPr sz="18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&amp; Data Collection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5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 Vehicles across 3 fleet operators | 2.8M Observations at 1 Hz sampling | 18 Months (Jan 2023 - Jun 2024) | 3 Regions: Punjab, Haryana, Rajasthan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 Types: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 Light Commercial Trucks (3.5-12t GVW), 16 Heavy-Duty Haulage Vehicles (&gt;25t GVW), 8 Agricultural Tractors (75-130 hp)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 Truth — DPF: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warnings + workshop inspection + gravimetric weighing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 Truth — Fuel Filter: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Laboratory analysis + spectrometric fuel analysis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6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Differential Pressure (ΔP):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Pressure drop across DPF (kPa) — Primary soot loading indicator</a:t>
            </a:r>
            <a:endParaRPr sz="17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Exhaust Temp Diff (ΔT):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Upstream - downstream EGT (°C) — Regeneration activity indicator</a:t>
            </a:r>
            <a:endParaRPr sz="17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 Load RoC: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Derivative of normalized torque — Duty cycle severity metric</a:t>
            </a:r>
            <a:endParaRPr sz="17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Fuel Consumption Rate: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Instantaneous fuel flow (L/hr) — Operating intensity</a:t>
            </a:r>
            <a:endParaRPr sz="17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Soot Accumulation Index: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Model-derived soot mass (g/L) — Composite health metric</a:t>
            </a:r>
            <a:endParaRPr sz="17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 Speed: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Instantaneous speed (km/hr) — Duty cycle classification</a:t>
            </a:r>
            <a:endParaRPr sz="17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Regeneration Flag: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active regen indicator — Cycle status</a:t>
            </a:r>
            <a:endParaRPr sz="17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features by mutual information + RFE: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ΔP, ΔT, SAI, Engine Load RoC</a:t>
            </a:r>
            <a:endParaRPr sz="17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Models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7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 trees, depth 20, min leaf 5 — Interpretable baseline + feature importance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 estimators, lr 0.05, depth 6 — Best for structured tabular classification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 (RBF):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C=10, γ=0.01 — Classical maximum-margin baseline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2-layer, 128 units, dropout 0.3 — Long-range temporal dependencies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CNN-LSTM: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 conv filters + 128 LSTM units — Dual-timescale: local transients + cumulative degradation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Setup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8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Split: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Vehicle-stratified 80/20 split — 34 vehicles train / 8 vehicles test; 10% validation for early stopping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Vehicle-level stratification ensures generalization to unseen operational contexts; LSTM/CNN-LSTM: 60-min rolling windows, 10-min stride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Optimizer: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Adam (lr = 1e-3) with LR reduction on plateau (factor 0.5, patience 5)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Stopping: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Patience 15 epochs; Features normalized to [0,1] using train-set stats only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 Selection: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5-fold cross-validation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DPF Clog Prediction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9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CNN-LSTM: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94.3% | F1-Score 0.937 | Recall 0.941 | AUC-ROC 0.978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LSTM: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91.7% | F1-Score 0.912 | Recall 0.918 | AUC-ROC 0.961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XGBoost: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88.4% | F1-Score 0.879 | Recall 0.875 | AUC-ROC 0.944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Random Forest: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85.1% | F1-Score 0.847 | Recall 0.843 | AUC-ROC 0.928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SVM: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79.6% | F1-Score 0.791 | Recall 0.784 | AUC-ROC 0.876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Fuel Filter Fault Classification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10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XGBoost: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91.8% | F1 (macro) 0.914 | Recall 0.907 | AUC-ROC 0.967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CNN-LSTM: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89.5% | F1 (macro) 0.891 | Recall 0.886 | AUC-ROC 0.958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Random Forest: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86.3% | F1 (macro) 0.859 | Recall 0.855 | AUC-ROC 0.941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LSTM: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83.7% | F1 (macro) 0.832 | Recall 0.826 | AUC-ROC 0.921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SVM: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76.4% | F1 (macro) 0.758 | Recall 0.752 | AUC-ROC 0.889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Discussion: Architecture-Task Fit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11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CNN-LSTM wins DPF (94.3%):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DPF clog prediction is a trajectory forecasting problem with dual-timescale dynamics. CNN layer extracts local transient patterns; LSTM integrates them into a cumulative degradation trajectory, mapping directly onto the known physics of DPF soot loading.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wins Fuel Filter (91.8%):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Fuel filter fault classification is a static pattern recognition problem. Each fault produces a characteristic signature at any moment, independent of preceding trajectory. Gradient-boosted trees excel at hierarchical feature interaction rules for tabular data.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 Scheduling Impact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12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-34.2% Unnecessary Replacements: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3.1 to 2.0 per vehicle-year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-61.4% Unplanned Downtime: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Eliminating DPF overloading and bypass events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47 hrs Mean Warning Window: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= 8.2 hours — providing substantial lead time for proactive action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Edge-Cloud System Architecture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13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Inference Node: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 Cortex-M7, INT8 quantized, 1-min intervals</a:t>
            </a:r>
            <a:endParaRPr sz="18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Telemetry Aggregation: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upload, sensor logs, fleet gateway</a:t>
            </a:r>
            <a:endParaRPr sz="18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Analytics Engine: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training, retraining, fleet analytics</a:t>
            </a:r>
            <a:endParaRPr sz="18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 Decision: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 tiers θ=0.35 / θ=0.15, scheduling</a:t>
            </a:r>
            <a:endParaRPr sz="18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Update Pipeline: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OTA updates, incremental, edge deploy</a:t>
            </a:r>
            <a:endParaRPr sz="18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specs: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INT8-quantized XGBoost (fuel filter) + pruned LSTM (DPF) | 256 KB RAM | &lt;0.8% accuracy loss | Outputs: DPF health (0-1), fault class probabilities (6-class), regen recommendation</a:t>
            </a:r>
            <a:endParaRPr sz="18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6-Class Fuel Filter Fault Taxonomy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14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Aging (92.1%):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Gradual sediment accumulation over service life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Microbial Contamination (89.3%):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Biofouling with characteristic flow oscillations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Ingress (97.2%):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 water accumulation with distinctive temp-pressure signature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Wax Crystallization (96.8%):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Low-temperature paraffin wax formation in fuel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 Bypass (84.1%):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Collapsed media causing unfiltered flow (hardest to detect)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Housing Seal Failure (88.7%):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Seal degradation producing unfiltered bypass flow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15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 Scope: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restricted to northern India. Climate, road conditions, fuel sulfur content may differ from European/North American/SE Asian fleets.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Duration: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 months may not capture full seasonal variation in wax crystallization or long-term ash accumulation dynamics.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 Reliability: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Soot Accumulation Index is a model-derived estimate, not direct gravimetric measurement. Systematic error varies with filter aging and fuel quality.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Privacy: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collection of vehicle location, speed, load data raises privacy concerns. Requires clear data minimization policies.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0" y="0"/>
            <a:ext cx="40155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Research Directions</a:t>
            </a:r>
            <a:endParaRPr sz="3000" b="0" i="0" u="none" strike="noStrike" cap="non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</a:rPr>
              <a:t>16</a:t>
            </a:fld>
            <a:endParaRPr lang="en-US" sz="1200" b="1" i="0" u="none" strike="noStrike" cap="non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Twin Integration: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Couple ML model with physics-based simulation of DPF/DOC/SCR for physically interpretable predictions including ash capacity estimates.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Federated Fleet Learning: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shared global models by aggregating gradient updates across fleet operators without centralizing raw data.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Multi-Sensor Fusion: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acoustic emission sensors for early detection of substrate cracking and ash delamination not visible in pressure-temperature data.</a:t>
            </a:r>
            <a:endParaRPr sz="2000">
              <a:solidFill>
                <a:schemeClr val="dk1"/>
              </a:solidFill>
              <a:latin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Learning: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adaptation and fine-tuning pre-trained feature extractors to accelerate deployment on new engine families.</a:t>
            </a:r>
            <a:endParaRPr sz="2000">
              <a:solidFill>
                <a:schemeClr val="dk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dk1"/>
                </a:solidFill>
                <a:latin typeface="Times New Roman"/>
              </a:rPr>
              <a:t>Thank You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</a:rPr>
              <a:t>Nabh Jindal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</a:rPr>
              <a:t>jindalnabh2004@gmail.com | Department of Computer Sciences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Office PowerPoint</Application>
  <PresentationFormat>On-screen Show (4:3)</PresentationFormat>
  <Paragraphs>116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Sanjeev Juneja</cp:lastModifiedBy>
  <cp:revision>1</cp:revision>
  <dcterms:modified xsi:type="dcterms:W3CDTF">2026-05-18T10:35:33Z</dcterms:modified>
</cp:coreProperties>
</file>